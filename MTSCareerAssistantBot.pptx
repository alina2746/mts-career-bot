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8"/>
  </p:notesMasterIdLst>
  <p:sldIdLst>
    <p:sldId id="256" r:id="rId2"/>
    <p:sldId id="259" r:id="rId3"/>
    <p:sldId id="257" r:id="rId4"/>
    <p:sldId id="258" r:id="rId5"/>
    <p:sldId id="267" r:id="rId6"/>
    <p:sldId id="268" r:id="rId7"/>
    <p:sldId id="269" r:id="rId8"/>
    <p:sldId id="270" r:id="rId9"/>
    <p:sldId id="260" r:id="rId10"/>
    <p:sldId id="271" r:id="rId11"/>
    <p:sldId id="272" r:id="rId12"/>
    <p:sldId id="273" r:id="rId13"/>
    <p:sldId id="274" r:id="rId14"/>
    <p:sldId id="275" r:id="rId15"/>
    <p:sldId id="262" r:id="rId16"/>
    <p:sldId id="276" r:id="rId17"/>
    <p:sldId id="277" r:id="rId18"/>
    <p:sldId id="263" r:id="rId19"/>
    <p:sldId id="278" r:id="rId20"/>
    <p:sldId id="279" r:id="rId21"/>
    <p:sldId id="280" r:id="rId22"/>
    <p:sldId id="265" r:id="rId23"/>
    <p:sldId id="264" r:id="rId24"/>
    <p:sldId id="281" r:id="rId25"/>
    <p:sldId id="282" r:id="rId26"/>
    <p:sldId id="26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9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E0BA7-D253-4783-B5E7-5EBD0354B89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F00B0-8F4B-4667-87B7-05F3B1C6F9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17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30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16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25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01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7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74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87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41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97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74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741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816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9712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824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1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9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7D19A-2087-4CD5-A232-153FBBA6E33F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967DB2-15E5-4871-9C61-E19A2B237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56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ina2746/mts-career-bo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ina2746/mts-career-bo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2F4FA-0F40-711B-9749-A0BBD8DF5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Карьерный трек </a:t>
            </a:r>
            <a:r>
              <a:rPr lang="en-US" dirty="0"/>
              <a:t>AI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EA653A-EAF2-FEB8-AB37-DC1A7B56A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7399" y="4050833"/>
            <a:ext cx="5946603" cy="1096899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z="2800" u="sng" dirty="0">
                <a:solidFill>
                  <a:srgbClr val="00B0F0"/>
                </a:solidFill>
              </a:rPr>
              <a:t>@mts_career_assistant_2025_bot</a:t>
            </a:r>
            <a:endParaRPr lang="ru-RU" sz="2800" dirty="0">
              <a:solidFill>
                <a:srgbClr val="00B0F0"/>
              </a:solidFill>
            </a:endParaRPr>
          </a:p>
          <a:p>
            <a:pPr algn="ctr"/>
            <a:r>
              <a:rPr lang="ru-RU" sz="2800" dirty="0"/>
              <a:t>Ссылка на репозиторий:</a:t>
            </a:r>
          </a:p>
          <a:p>
            <a:pPr algn="ctr"/>
            <a:r>
              <a:rPr lang="en-US" sz="2800" u="sng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https://github.com/Alina2746/mts-career-bot</a:t>
            </a:r>
            <a:endParaRPr lang="ru-RU" sz="2800" dirty="0">
              <a:solidFill>
                <a:srgbClr val="00B0F0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17E939-365C-4046-26D3-F1A3BCA58DBC}"/>
              </a:ext>
            </a:extLst>
          </p:cNvPr>
          <p:cNvSpPr txBox="1">
            <a:spLocks/>
          </p:cNvSpPr>
          <p:nvPr/>
        </p:nvSpPr>
        <p:spPr>
          <a:xfrm>
            <a:off x="165155" y="4980862"/>
            <a:ext cx="2993681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2000" dirty="0"/>
              <a:t>Работу выполнила команда </a:t>
            </a:r>
            <a:r>
              <a:rPr lang="en-US" sz="2000" dirty="0"/>
              <a:t>Four Elements</a:t>
            </a:r>
            <a:r>
              <a:rPr lang="ru-RU" sz="2000" dirty="0"/>
              <a:t>:</a:t>
            </a:r>
          </a:p>
          <a:p>
            <a:pPr algn="l"/>
            <a:r>
              <a:rPr lang="ru-RU" sz="2000" dirty="0"/>
              <a:t>Богомолов Максим</a:t>
            </a:r>
          </a:p>
          <a:p>
            <a:pPr algn="l"/>
            <a:r>
              <a:rPr lang="ru-RU" sz="2000" dirty="0"/>
              <a:t>Важенина Алина</a:t>
            </a:r>
          </a:p>
          <a:p>
            <a:pPr algn="l"/>
            <a:r>
              <a:rPr lang="ru-RU" sz="2000" dirty="0" err="1"/>
              <a:t>Коробанова</a:t>
            </a:r>
            <a:r>
              <a:rPr lang="ru-RU" sz="2000" dirty="0"/>
              <a:t> Злата</a:t>
            </a:r>
          </a:p>
        </p:txBody>
      </p:sp>
    </p:spTree>
    <p:extLst>
      <p:ext uri="{BB962C8B-B14F-4D97-AF65-F5344CB8AC3E}">
        <p14:creationId xmlns:p14="http://schemas.microsoft.com/office/powerpoint/2010/main" val="234378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F5158-519C-9B27-C3C3-8C3C0BB5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30338-31AC-A1DF-5B80-10BB8145C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Pandas</a:t>
            </a:r>
            <a:r>
              <a:rPr lang="ru-RU" dirty="0"/>
              <a:t> — программная библиотека на языке Python для обработки и анализа данных. Предназначена для работы с данными в табличном виде, например, в виде таблиц Excel, CSV-файлов или баз данных. 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ru-RU" dirty="0"/>
              <a:t>—</a:t>
            </a:r>
            <a:r>
              <a:rPr lang="en-US" dirty="0"/>
              <a:t> </a:t>
            </a:r>
            <a:r>
              <a:rPr lang="ru-RU" b="1" dirty="0"/>
              <a:t>встроенная библиотека для взаимодействия с операционной системой</a:t>
            </a:r>
            <a:r>
              <a:rPr lang="ru-RU" dirty="0"/>
              <a:t>. Она обеспечивает переносимость кода между различными платформами, позволяя работать с файловыми системами, директориями и другими системными ресурсами.</a:t>
            </a:r>
            <a:endParaRPr lang="en-US" dirty="0"/>
          </a:p>
          <a:p>
            <a:r>
              <a:rPr lang="ru-RU" dirty="0"/>
              <a:t> </a:t>
            </a:r>
            <a:r>
              <a:rPr lang="en-US" dirty="0" err="1"/>
              <a:t>ai_service</a:t>
            </a:r>
            <a:r>
              <a:rPr lang="en-US" dirty="0"/>
              <a:t> </a:t>
            </a:r>
            <a:r>
              <a:rPr lang="ru-RU" dirty="0"/>
              <a:t>— это инструмент, который позволяет создавать ботов с интеграцией искусственного интеллекта, обрабатывающих сообщения пользователей и генерирующих ответы с использованием нейросетевых моделей. Такие боты могут понимать контекст, адаптироваться к диалогу и предоставлять персонализированные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299183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D6AC1-65F6-B2D1-6663-295FECEE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Окно при старте</a:t>
            </a:r>
            <a:br>
              <a:rPr lang="ru-RU" dirty="0"/>
            </a:b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76245E6-069D-684C-DDC9-F02008BCE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025295" cy="38807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При запуске бот приветствует пользователя и показывает 8 основных кнопок</a:t>
            </a:r>
            <a:endParaRPr lang="ru-RU" dirty="0"/>
          </a:p>
          <a:p>
            <a:r>
              <a:rPr lang="ru-RU" b="1" dirty="0"/>
              <a:t>📋 Вакансии</a:t>
            </a:r>
            <a:r>
              <a:rPr lang="ru-RU" dirty="0"/>
              <a:t> — открывает меню работы с вакансиями</a:t>
            </a:r>
          </a:p>
          <a:p>
            <a:r>
              <a:rPr lang="ru-RU" b="1" dirty="0"/>
              <a:t>🎯 Профориентация</a:t>
            </a:r>
            <a:r>
              <a:rPr lang="ru-RU" dirty="0"/>
              <a:t> — запускает диагностику и тест на профориентацию</a:t>
            </a:r>
          </a:p>
          <a:p>
            <a:r>
              <a:rPr lang="ru-RU" b="1" dirty="0"/>
              <a:t>📈 Карьерный трек</a:t>
            </a:r>
            <a:r>
              <a:rPr lang="ru-RU" dirty="0"/>
              <a:t> — показывает детальный план обучения по вакансиям</a:t>
            </a:r>
          </a:p>
          <a:p>
            <a:r>
              <a:rPr lang="ru-RU" b="1" dirty="0"/>
              <a:t>📚 Обучение</a:t>
            </a:r>
            <a:r>
              <a:rPr lang="ru-RU" dirty="0"/>
              <a:t> — открывает раздел с курсами, чек-листом и шаблонами</a:t>
            </a:r>
          </a:p>
          <a:p>
            <a:r>
              <a:rPr lang="ru-RU" b="1" dirty="0"/>
              <a:t>🧠 AI-помощник</a:t>
            </a:r>
            <a:r>
              <a:rPr lang="ru-RU" dirty="0"/>
              <a:t> — запускает AI-функции (анализ резюме, рекомендации, чат)</a:t>
            </a:r>
          </a:p>
          <a:p>
            <a:r>
              <a:rPr lang="ru-RU" b="1" dirty="0"/>
              <a:t>📊 Моя статистика</a:t>
            </a:r>
            <a:r>
              <a:rPr lang="ru-RU" dirty="0"/>
              <a:t> — показывает личную статистику пользователя</a:t>
            </a:r>
          </a:p>
          <a:p>
            <a:r>
              <a:rPr lang="ru-RU" b="1" dirty="0"/>
              <a:t>❓ Помощь</a:t>
            </a:r>
            <a:r>
              <a:rPr lang="ru-RU" dirty="0"/>
              <a:t> — открывает FAQ и информацию о боте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D736D9-B984-E948-BAB8-69F211497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723" y="2160589"/>
            <a:ext cx="3344158" cy="324880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1172C48-531A-5456-3354-C1E03FEC5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9" y="2160589"/>
            <a:ext cx="3733094" cy="308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3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CEA2E-4191-60E7-E538-C0349EA1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Вакансии(меню)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770F7C-D0D6-3169-ECE0-7F97AD815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286552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После нажатия 📋 Вакансии появляется меню из 5 кнопок</a:t>
            </a:r>
            <a:endParaRPr lang="ru-RU" dirty="0"/>
          </a:p>
          <a:p>
            <a:r>
              <a:rPr lang="ru-RU" b="1" dirty="0"/>
              <a:t>🔍 Все вакансии</a:t>
            </a:r>
            <a:r>
              <a:rPr lang="ru-RU" dirty="0"/>
              <a:t> — загружает список из </a:t>
            </a:r>
            <a:r>
              <a:rPr lang="ru-RU" dirty="0" err="1"/>
              <a:t>vacancies.json</a:t>
            </a:r>
            <a:r>
              <a:rPr lang="ru-RU" dirty="0"/>
              <a:t> (13 вакансий)</a:t>
            </a:r>
          </a:p>
          <a:p>
            <a:r>
              <a:rPr lang="ru-RU" b="1" dirty="0"/>
              <a:t>🔎 Поиск вакансий</a:t>
            </a:r>
            <a:r>
              <a:rPr lang="ru-RU" dirty="0"/>
              <a:t> — активирует режим поиска по ключевому слову</a:t>
            </a:r>
          </a:p>
          <a:p>
            <a:r>
              <a:rPr lang="ru-RU" b="1" dirty="0"/>
              <a:t>📝 Откликнуться</a:t>
            </a:r>
            <a:r>
              <a:rPr lang="ru-RU" dirty="0"/>
              <a:t> — показывает способы отклика (чат или почта)</a:t>
            </a:r>
          </a:p>
          <a:p>
            <a:r>
              <a:rPr lang="ru-RU" b="1" dirty="0"/>
              <a:t>⭐ Избранное</a:t>
            </a:r>
            <a:r>
              <a:rPr lang="ru-RU" dirty="0"/>
              <a:t> — загружает </a:t>
            </a:r>
            <a:r>
              <a:rPr lang="ru-RU" dirty="0" err="1"/>
              <a:t>favorites.json</a:t>
            </a:r>
            <a:r>
              <a:rPr lang="ru-RU" dirty="0"/>
              <a:t> и показывает сохранённые вакансии</a:t>
            </a:r>
          </a:p>
          <a:p>
            <a:r>
              <a:rPr lang="ru-RU" b="1" dirty="0"/>
              <a:t>🏠 Главное меню</a:t>
            </a:r>
            <a:r>
              <a:rPr lang="ru-RU" dirty="0"/>
              <a:t> — возврат в стартовое меню с 8 кнопками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BF39E2-9165-8961-73CA-F6AD212E9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05367"/>
            <a:ext cx="5068007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9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10FE2-FA57-9923-15AA-F5022A36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Все вакансии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229D0A-27B2-F195-AAB8-66AB8138D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300900" cy="3880773"/>
          </a:xfrm>
        </p:spPr>
        <p:txBody>
          <a:bodyPr/>
          <a:lstStyle/>
          <a:p>
            <a:r>
              <a:rPr lang="ru-RU" b="1" dirty="0"/>
              <a:t>При нажатии на конкретную вакансию открывается детальная информация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Что показывает бот:</a:t>
            </a:r>
          </a:p>
          <a:p>
            <a:r>
              <a:rPr lang="ru-RU" dirty="0"/>
              <a:t>Название вакансии</a:t>
            </a:r>
          </a:p>
          <a:p>
            <a:r>
              <a:rPr lang="ru-RU" dirty="0"/>
              <a:t>Список требований (из </a:t>
            </a:r>
            <a:r>
              <a:rPr lang="ru-RU" dirty="0" err="1"/>
              <a:t>vacancies.json</a:t>
            </a:r>
            <a:r>
              <a:rPr lang="ru-RU" dirty="0"/>
              <a:t>)</a:t>
            </a:r>
          </a:p>
          <a:p>
            <a:r>
              <a:rPr lang="ru-RU" dirty="0"/>
              <a:t>Список обязанностей (из </a:t>
            </a:r>
            <a:r>
              <a:rPr lang="ru-RU" dirty="0" err="1"/>
              <a:t>vacancies.json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70AB9F-D8AA-714D-5F86-6C42374F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744" y="609600"/>
            <a:ext cx="5287113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4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FB908-E2FC-6834-2E87-31FCC9B3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Отклик на вакансию(1 </a:t>
            </a:r>
            <a:r>
              <a:rPr lang="ru-RU" dirty="0" err="1"/>
              <a:t>способ:чат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86DC3F-8C68-D714-B96D-CC81326D6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797191" cy="388077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Шаг 1:</a:t>
            </a:r>
            <a:r>
              <a:rPr lang="ru-RU" dirty="0"/>
              <a:t> Выбор вакансии (если не выбрана ранее)</a:t>
            </a:r>
          </a:p>
          <a:p>
            <a:r>
              <a:rPr lang="ru-RU" b="1" dirty="0"/>
              <a:t>Шаг 2:</a:t>
            </a:r>
            <a:r>
              <a:rPr lang="ru-RU" dirty="0"/>
              <a:t> Бот запрашивает:</a:t>
            </a:r>
          </a:p>
          <a:p>
            <a:r>
              <a:rPr lang="ru-RU" dirty="0"/>
              <a:t>Имя и фамилию</a:t>
            </a:r>
          </a:p>
          <a:p>
            <a:r>
              <a:rPr lang="ru-RU" dirty="0"/>
              <a:t>Телефон</a:t>
            </a:r>
          </a:p>
          <a:p>
            <a:r>
              <a:rPr lang="ru-RU" dirty="0"/>
              <a:t>Краткую информацию о себе</a:t>
            </a:r>
          </a:p>
          <a:p>
            <a:r>
              <a:rPr lang="ru-RU" b="1" dirty="0"/>
              <a:t>Шаг 3:</a:t>
            </a:r>
            <a:r>
              <a:rPr lang="ru-RU" dirty="0"/>
              <a:t> Пользователь отправляет сообщение</a:t>
            </a:r>
          </a:p>
          <a:p>
            <a:r>
              <a:rPr lang="ru-RU" b="1" dirty="0"/>
              <a:t>Шаг 4:</a:t>
            </a:r>
            <a:r>
              <a:rPr lang="ru-RU" dirty="0"/>
              <a:t> Бот сохраняет данные в </a:t>
            </a:r>
            <a:r>
              <a:rPr lang="ru-RU" dirty="0" err="1"/>
              <a:t>applications.json</a:t>
            </a:r>
            <a:endParaRPr lang="ru-RU" dirty="0"/>
          </a:p>
          <a:p>
            <a:r>
              <a:rPr lang="ru-RU" b="1" dirty="0"/>
              <a:t>Шаг 5:</a:t>
            </a:r>
            <a:r>
              <a:rPr lang="ru-RU" dirty="0"/>
              <a:t> Бот показывает подтверждение — "✅ Ваш отклик отправлен! HR-специалист свяжется с вами."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E6946B-299C-D7C0-36A6-DBECDF63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525" y="2160589"/>
            <a:ext cx="3058526" cy="32973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3E49CB-B1B9-C7AD-3361-6344DDBD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051" y="2146014"/>
            <a:ext cx="338184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5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B62BF-1547-99AC-177A-603DCCE7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Отклик на вакансию(2 </a:t>
            </a:r>
            <a:r>
              <a:rPr lang="ru-RU" dirty="0" err="1"/>
              <a:t>способ:почта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8F0F1-B8CD-9A3D-B2DD-511992DD0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082198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Что происходит после нажатия "📧 Отправить на почту":</a:t>
            </a:r>
            <a:endParaRPr lang="ru-RU" dirty="0"/>
          </a:p>
          <a:p>
            <a:r>
              <a:rPr lang="ru-RU" dirty="0"/>
              <a:t>Бот показывает </a:t>
            </a:r>
            <a:r>
              <a:rPr lang="ru-RU" dirty="0" err="1"/>
              <a:t>email</a:t>
            </a:r>
            <a:r>
              <a:rPr lang="ru-RU" dirty="0"/>
              <a:t>: career@mts.ru</a:t>
            </a:r>
          </a:p>
          <a:p>
            <a:r>
              <a:rPr lang="ru-RU" dirty="0"/>
              <a:t>Указывает тему письма: «Отклик на вакансию»</a:t>
            </a:r>
          </a:p>
          <a:p>
            <a:r>
              <a:rPr lang="ru-RU" dirty="0"/>
              <a:t>Предлагает скопировать </a:t>
            </a:r>
            <a:r>
              <a:rPr lang="ru-RU" dirty="0" err="1"/>
              <a:t>email</a:t>
            </a:r>
            <a:r>
              <a:rPr lang="ru-RU" dirty="0"/>
              <a:t> кнопкой "✉️ Скопировать </a:t>
            </a:r>
            <a:r>
              <a:rPr lang="ru-RU" dirty="0" err="1"/>
              <a:t>email</a:t>
            </a:r>
            <a:r>
              <a:rPr lang="ru-RU" dirty="0"/>
              <a:t>"</a:t>
            </a:r>
          </a:p>
          <a:p>
            <a:r>
              <a:rPr lang="ru-RU" b="1" dirty="0"/>
              <a:t>Дополнительные кнопки:</a:t>
            </a:r>
            <a:endParaRPr lang="ru-RU" dirty="0"/>
          </a:p>
          <a:p>
            <a:r>
              <a:rPr lang="ru-RU" b="1" dirty="0"/>
              <a:t>🔙 Назад</a:t>
            </a:r>
            <a:r>
              <a:rPr lang="ru-RU" dirty="0"/>
              <a:t> — возврат к выбору способа отклика</a:t>
            </a:r>
          </a:p>
          <a:p>
            <a:r>
              <a:rPr lang="ru-RU" b="1" dirty="0"/>
              <a:t>🏠 Главное меню</a:t>
            </a:r>
            <a:r>
              <a:rPr lang="ru-RU" dirty="0"/>
              <a:t> — возврат в стартовое меню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369776-5AB3-9A56-5D22-04A18475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457" y="1691816"/>
            <a:ext cx="3791479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59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04747-D718-CE46-FDD5-EBD6B872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Избранное (сохранение вакансий)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DDD291-7CBD-D5FA-7DF2-36334651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334053" cy="38807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Как работает избранное:</a:t>
            </a:r>
            <a:endParaRPr lang="ru-RU" dirty="0"/>
          </a:p>
          <a:p>
            <a:r>
              <a:rPr lang="ru-RU" dirty="0"/>
              <a:t>При первом нажатии на "☆ Добавить в избранное" — вакансия сохраняется</a:t>
            </a:r>
          </a:p>
          <a:p>
            <a:r>
              <a:rPr lang="ru-RU" dirty="0"/>
              <a:t>Кнопка меняется на "⭐ В избранном"</a:t>
            </a:r>
          </a:p>
          <a:p>
            <a:r>
              <a:rPr lang="ru-RU" dirty="0"/>
              <a:t>При повторном нажатии — вакансия удаляется из избранного</a:t>
            </a:r>
          </a:p>
          <a:p>
            <a:r>
              <a:rPr lang="ru-RU" dirty="0"/>
              <a:t>Все данные хранятся в </a:t>
            </a:r>
            <a:r>
              <a:rPr lang="ru-RU" dirty="0" err="1"/>
              <a:t>favorites.json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При нажатии на "⭐ Избранное" в меню вакансий:</a:t>
            </a:r>
            <a:endParaRPr lang="ru-RU" dirty="0"/>
          </a:p>
          <a:p>
            <a:r>
              <a:rPr lang="ru-RU" dirty="0"/>
              <a:t>Если есть сохранённые вакансии — бот показывает их список</a:t>
            </a:r>
          </a:p>
          <a:p>
            <a:r>
              <a:rPr lang="ru-RU" dirty="0"/>
              <a:t>На каждую вакансию есть кнопка для перехода к деталям</a:t>
            </a:r>
          </a:p>
          <a:p>
            <a:r>
              <a:rPr lang="ru-RU" dirty="0"/>
              <a:t>Если избранного нет — бот пишет "⭐ У вас пока нет избранных вакансий"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1742C-BC21-AE59-16CE-6118CAD27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791" y="2785973"/>
            <a:ext cx="471553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9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A05FE-D2CE-842E-82CA-8BD27CC8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Профориентация(меню)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18CF788-9EB1-A85B-4474-DB1679CDD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205897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После нажатия 🎯 Профориентация появляются 4 кнопки:</a:t>
            </a:r>
            <a:endParaRPr lang="ru-RU" dirty="0"/>
          </a:p>
          <a:p>
            <a:r>
              <a:rPr lang="ru-RU" b="1" dirty="0"/>
              <a:t>🎯 Диагностика</a:t>
            </a:r>
            <a:r>
              <a:rPr lang="ru-RU" dirty="0"/>
              <a:t> — быстрая диагностика в 3 шага (возраст → образование → интересы)</a:t>
            </a:r>
          </a:p>
          <a:p>
            <a:r>
              <a:rPr lang="ru-RU" b="1" dirty="0"/>
              <a:t>🧠 Тест профориентации</a:t>
            </a:r>
            <a:r>
              <a:rPr lang="ru-RU" dirty="0"/>
              <a:t> — игровой тест из 7 вопросов с выбором ответов</a:t>
            </a:r>
          </a:p>
          <a:p>
            <a:r>
              <a:rPr lang="ru-RU" b="1" dirty="0"/>
              <a:t>📊 Карьерный навигатор</a:t>
            </a:r>
            <a:r>
              <a:rPr lang="ru-RU" dirty="0"/>
              <a:t> — показывает карьерные треки (IT, бизнес, клиентский)</a:t>
            </a:r>
          </a:p>
          <a:p>
            <a:r>
              <a:rPr lang="ru-RU" b="1" dirty="0"/>
              <a:t>🏠 Главное меню</a:t>
            </a:r>
            <a:r>
              <a:rPr lang="ru-RU" dirty="0"/>
              <a:t> — возврат в стартовое меню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60A8984-8C53-DB91-1D54-FD083BEF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59" y="2223919"/>
            <a:ext cx="4925112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8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3C906-B067-68B4-1A56-4FCD11BA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Диагностика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E5412A-62C2-8E6B-ED66-9A7F2CD71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950" y="1602449"/>
            <a:ext cx="4464682" cy="4216460"/>
          </a:xfrm>
        </p:spPr>
        <p:txBody>
          <a:bodyPr>
            <a:noAutofit/>
          </a:bodyPr>
          <a:lstStyle/>
          <a:p>
            <a:r>
              <a:rPr lang="ru-RU" sz="1000" b="1" dirty="0"/>
              <a:t>Шаг 1 — Возраст</a:t>
            </a:r>
            <a:endParaRPr lang="ru-RU" sz="1000" dirty="0"/>
          </a:p>
          <a:p>
            <a:r>
              <a:rPr lang="ru-RU" sz="1000" dirty="0"/>
              <a:t>Бот спрашивает: "Сколько тебе лет?"</a:t>
            </a:r>
          </a:p>
          <a:p>
            <a:r>
              <a:rPr lang="ru-RU" sz="1000" dirty="0"/>
              <a:t>Пользователь пишет число (от 14 до 100)</a:t>
            </a:r>
          </a:p>
          <a:p>
            <a:r>
              <a:rPr lang="ru-RU" sz="1000" dirty="0"/>
              <a:t>Бот фильтрует вакансии по возрастным ограничениям</a:t>
            </a:r>
          </a:p>
          <a:p>
            <a:r>
              <a:rPr lang="ru-RU" sz="1000" b="1" dirty="0"/>
              <a:t>Шаг 2 — Образование</a:t>
            </a:r>
            <a:endParaRPr lang="ru-RU" sz="1000" dirty="0"/>
          </a:p>
          <a:p>
            <a:r>
              <a:rPr lang="ru-RU" sz="1000" dirty="0"/>
              <a:t>Бот спрашивает: "Какое у тебя образование?"</a:t>
            </a:r>
          </a:p>
          <a:p>
            <a:r>
              <a:rPr lang="ru-RU" sz="1000" dirty="0"/>
              <a:t>Варианты: школьник / студент колледжа / студент вуза / выпускник</a:t>
            </a:r>
          </a:p>
          <a:p>
            <a:r>
              <a:rPr lang="ru-RU" sz="1000" dirty="0"/>
              <a:t>Бот фильтрует вакансии по уровню образования</a:t>
            </a:r>
          </a:p>
          <a:p>
            <a:r>
              <a:rPr lang="ru-RU" sz="1000" b="1" dirty="0"/>
              <a:t>Шаг 3 — Интересы</a:t>
            </a:r>
            <a:endParaRPr lang="ru-RU" sz="1000" dirty="0"/>
          </a:p>
          <a:p>
            <a:r>
              <a:rPr lang="ru-RU" sz="1000" dirty="0"/>
              <a:t>Бот спрашивает: "Что тебе интересно?"</a:t>
            </a:r>
          </a:p>
          <a:p>
            <a:r>
              <a:rPr lang="ru-RU" sz="1000" dirty="0"/>
              <a:t>Пользователь пишет свободный текст (например, "Python, аналитика")</a:t>
            </a:r>
          </a:p>
          <a:p>
            <a:r>
              <a:rPr lang="ru-RU" sz="1000" dirty="0"/>
              <a:t>Бот ищет совпадения в названиях и требованиях вакансий</a:t>
            </a:r>
          </a:p>
          <a:p>
            <a:r>
              <a:rPr lang="ru-RU" sz="1000" b="1" dirty="0"/>
              <a:t>Результат:</a:t>
            </a:r>
            <a:endParaRPr lang="ru-RU" sz="1000" dirty="0"/>
          </a:p>
          <a:p>
            <a:r>
              <a:rPr lang="ru-RU" sz="1000" dirty="0"/>
              <a:t>Бот показывает количество найденных вакансий</a:t>
            </a:r>
          </a:p>
          <a:p>
            <a:r>
              <a:rPr lang="ru-RU" sz="1000" dirty="0"/>
              <a:t>Выводит первые 5 подходящих вакансий</a:t>
            </a:r>
          </a:p>
          <a:p>
            <a:r>
              <a:rPr lang="ru-RU" sz="1000" dirty="0"/>
              <a:t>Предлагает кнопки: "🔍 Посмотреть все вакансии", "🎓 План обучения", "🏠 Главное меню"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CF2B22-87AE-6A0A-E1B4-712F661DB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632" y="1425602"/>
            <a:ext cx="3473458" cy="43933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4D8289-28FB-FC91-5C15-8B9ED6CEE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437" y="1425601"/>
            <a:ext cx="3221132" cy="493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2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2872D-C2FE-9F69-4AB5-1D02F3C8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профориентации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8BE394-8E55-F307-32AC-5A007D194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0569"/>
            <a:ext cx="7623518" cy="5237737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Формат:</a:t>
            </a:r>
            <a:r>
              <a:rPr lang="ru-RU" dirty="0"/>
              <a:t> 7 вопросов с вариантами ответов (по 3-5 вариантов)</a:t>
            </a:r>
          </a:p>
          <a:p>
            <a:pPr marL="0" indent="0">
              <a:buNone/>
            </a:pPr>
            <a:r>
              <a:rPr lang="ru-RU" b="1" dirty="0"/>
              <a:t>Вопросы теста:</a:t>
            </a:r>
            <a:endParaRPr lang="ru-RU" dirty="0"/>
          </a:p>
          <a:p>
            <a:r>
              <a:rPr lang="ru-RU" dirty="0"/>
              <a:t>Что тебе больше нравится делать? (анализировать / общаться / программировать / продавать / организовывать)</a:t>
            </a:r>
          </a:p>
          <a:p>
            <a:r>
              <a:rPr lang="ru-RU" dirty="0"/>
              <a:t>Какой предмет в школе/вузе давался легче всего? (математика / литература / история / физика / английский)</a:t>
            </a:r>
          </a:p>
          <a:p>
            <a:r>
              <a:rPr lang="ru-RU" dirty="0"/>
              <a:t>В какой обстановке чувствуешь себя комфортнее? (за компьютером / с людьми / в движении / в спокойной / в творческой)</a:t>
            </a:r>
          </a:p>
          <a:p>
            <a:r>
              <a:rPr lang="ru-RU" dirty="0"/>
              <a:t>Что для тебя важнее в работе? (зарплата / интересные задачи / дружный коллектив / баланс / карьерный рост)</a:t>
            </a:r>
          </a:p>
          <a:p>
            <a:r>
              <a:rPr lang="ru-RU" dirty="0"/>
              <a:t>Как ты обычно решаешь проблемы? (анализирую / советуюсь / действую быстро / ищу готовое решение / придумываю новое)</a:t>
            </a:r>
          </a:p>
          <a:p>
            <a:r>
              <a:rPr lang="ru-RU" dirty="0"/>
              <a:t>Какую роль занимаешь в команде? (лидер / миротворец / генератор идей / контролёр / технический исполнитель)</a:t>
            </a:r>
          </a:p>
          <a:p>
            <a:r>
              <a:rPr lang="ru-RU" dirty="0"/>
              <a:t>Что хочешь развивать в первую очередь? (технические навыки / коммуникацию / продажи / аналитику / управление)</a:t>
            </a:r>
          </a:p>
          <a:p>
            <a:r>
              <a:rPr lang="ru-RU" b="1" dirty="0"/>
              <a:t>Результат:</a:t>
            </a:r>
            <a:r>
              <a:rPr lang="ru-RU" dirty="0"/>
              <a:t> бот определяет один из 5 типов — Аналитик / Программист / Продажи / HR / Менеджер</a:t>
            </a:r>
          </a:p>
          <a:p>
            <a:r>
              <a:rPr lang="ru-RU" b="1" dirty="0"/>
              <a:t>Что показывает результат:</a:t>
            </a:r>
            <a:endParaRPr lang="ru-RU" dirty="0"/>
          </a:p>
          <a:p>
            <a:r>
              <a:rPr lang="ru-RU" dirty="0"/>
              <a:t>Название типа</a:t>
            </a:r>
          </a:p>
          <a:p>
            <a:r>
              <a:rPr lang="ru-RU" dirty="0"/>
              <a:t>Описание (2-3 предложения)</a:t>
            </a:r>
          </a:p>
          <a:p>
            <a:r>
              <a:rPr lang="ru-RU" dirty="0"/>
              <a:t>Подходящие вакансии в МТС</a:t>
            </a:r>
          </a:p>
          <a:p>
            <a:r>
              <a:rPr lang="ru-RU" dirty="0"/>
              <a:t>Рекомендации по развитию</a:t>
            </a:r>
          </a:p>
          <a:p>
            <a:r>
              <a:rPr lang="ru-RU" b="1" dirty="0"/>
              <a:t>Кнопки после теста:</a:t>
            </a:r>
            <a:endParaRPr lang="ru-RU" dirty="0"/>
          </a:p>
          <a:p>
            <a:r>
              <a:rPr lang="ru-RU" dirty="0"/>
              <a:t>"🔍 Посмотреть вакансии"</a:t>
            </a:r>
          </a:p>
          <a:p>
            <a:r>
              <a:rPr lang="ru-RU" dirty="0"/>
              <a:t>"🔄 Пройти тест заново"</a:t>
            </a:r>
          </a:p>
          <a:p>
            <a:r>
              <a:rPr lang="ru-RU" dirty="0"/>
              <a:t>"🏠 Главное меню"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473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6A5A07-FD5D-0328-D2B8-25B458E75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"/>
            <a:ext cx="3338286" cy="2565732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FE35F64-D58D-4F3C-13FD-5C63674628F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H="1" flipV="1">
            <a:off x="3325397" y="1114396"/>
            <a:ext cx="12889" cy="16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4C3178-4EAC-7AF8-55FD-08A7EAFD0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97" y="0"/>
            <a:ext cx="3214354" cy="22287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E7CF14-56C6-88E5-8DF4-8D4491A1A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862" y="0"/>
            <a:ext cx="3214354" cy="2168721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4B0965D-958C-A22A-0416-5BBE2E28B10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H="1" flipV="1">
            <a:off x="6526862" y="1084361"/>
            <a:ext cx="12889" cy="30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A2C1A5-1D0E-559D-9253-55F80ECC5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943" y="0"/>
            <a:ext cx="2444057" cy="248974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E4409B7-12AC-92DA-F18B-9BBFB2F4E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670" y="3002195"/>
            <a:ext cx="2669181" cy="248974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9CD7E10-B76E-37C4-D2CB-1B8DE379D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862" y="3020505"/>
            <a:ext cx="3038792" cy="2160185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F75C8F6A-2ADE-3ED7-6831-98ABB6FCAA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8069" y="3080575"/>
            <a:ext cx="3038793" cy="2302116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F386836C-B3A8-EEED-3BF2-7C23540789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412" y="3080575"/>
            <a:ext cx="2902468" cy="266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4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FE430-AA83-881E-58E9-D563E04D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Карьерный навигатор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D011B-402D-7A3A-96C6-666D1180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583766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Что показывает бот после нажатия "📊 Карьерный навигатор":</a:t>
            </a:r>
            <a:endParaRPr lang="ru-RU" dirty="0"/>
          </a:p>
          <a:p>
            <a:r>
              <a:rPr lang="ru-RU" b="1" dirty="0"/>
              <a:t>IT-трек:</a:t>
            </a:r>
            <a:r>
              <a:rPr lang="ru-RU" dirty="0"/>
              <a:t> Стажёр → Инженер → Ведущий инженер → Team </a:t>
            </a:r>
            <a:r>
              <a:rPr lang="ru-RU" dirty="0" err="1"/>
              <a:t>Lead</a:t>
            </a:r>
            <a:endParaRPr lang="ru-RU" dirty="0"/>
          </a:p>
          <a:p>
            <a:r>
              <a:rPr lang="ru-RU" b="1" dirty="0"/>
              <a:t>Бизнес-трек:</a:t>
            </a:r>
            <a:r>
              <a:rPr lang="ru-RU" dirty="0"/>
              <a:t> Стажёр → Аналитик → Руководитель отдела</a:t>
            </a:r>
          </a:p>
          <a:p>
            <a:r>
              <a:rPr lang="ru-RU" b="1" dirty="0"/>
              <a:t>Клиентский трек:</a:t>
            </a:r>
            <a:r>
              <a:rPr lang="ru-RU" dirty="0"/>
              <a:t> Продавец → Специалист → Руководитель офиса</a:t>
            </a:r>
          </a:p>
          <a:p>
            <a:r>
              <a:rPr lang="ru-RU" b="1" dirty="0"/>
              <a:t>Совет:</a:t>
            </a:r>
            <a:r>
              <a:rPr lang="ru-RU" dirty="0"/>
              <a:t> "Для роста используй раздел «План обучения»"</a:t>
            </a:r>
          </a:p>
          <a:p>
            <a:r>
              <a:rPr lang="ru-RU" b="1" dirty="0"/>
              <a:t>Совет:</a:t>
            </a:r>
            <a:r>
              <a:rPr lang="ru-RU" dirty="0"/>
              <a:t> "Для детального плана используй раздел «Карьерный трек»"</a:t>
            </a:r>
          </a:p>
          <a:p>
            <a:r>
              <a:rPr lang="ru-RU" b="1" dirty="0"/>
              <a:t>Кнопка:</a:t>
            </a:r>
            <a:r>
              <a:rPr lang="ru-RU" dirty="0"/>
              <a:t> "🏠 Главное меню"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36C4EC-6DF7-0D53-760B-EEAFE5FB3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704" y="2160589"/>
            <a:ext cx="4629796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00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BDBFA-0E6C-C7B9-BFF1-0202FD6E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Карьерный трек(меню)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A2BEF-DDAF-12A6-1356-F12F038CA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25066" cy="38807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После нажатия 📈 Карьерный трек:</a:t>
            </a:r>
            <a:endParaRPr lang="ru-RU" dirty="0"/>
          </a:p>
          <a:p>
            <a:r>
              <a:rPr lang="ru-RU" dirty="0"/>
              <a:t>Бот показывает список вакансий, для которых есть детальный план обучения</a:t>
            </a:r>
          </a:p>
          <a:p>
            <a:r>
              <a:rPr lang="ru-RU" dirty="0"/>
              <a:t>На каждую вакансию — кнопка для просмотра плана</a:t>
            </a:r>
          </a:p>
          <a:p>
            <a:pPr marL="0" indent="0">
              <a:buNone/>
            </a:pPr>
            <a:r>
              <a:rPr lang="ru-RU" b="1" dirty="0"/>
              <a:t>Что входит в детальный план (пример для "Аналитик по внедрению AI"):</a:t>
            </a:r>
            <a:endParaRPr lang="ru-RU" dirty="0"/>
          </a:p>
          <a:p>
            <a:r>
              <a:rPr lang="ru-RU" b="1" dirty="0"/>
              <a:t>Ожидаемая зарплата:</a:t>
            </a:r>
            <a:r>
              <a:rPr lang="ru-RU" dirty="0"/>
              <a:t> от 120 000 ₽</a:t>
            </a:r>
          </a:p>
          <a:p>
            <a:r>
              <a:rPr lang="ru-RU" b="1" dirty="0"/>
              <a:t>Необходимые навыки:</a:t>
            </a:r>
            <a:r>
              <a:rPr lang="ru-RU" dirty="0"/>
              <a:t> Python, SQL, Машинное обучение, Статистика, Английский</a:t>
            </a:r>
          </a:p>
          <a:p>
            <a:r>
              <a:rPr lang="ru-RU" b="1" dirty="0"/>
              <a:t>План на 1 месяц:</a:t>
            </a:r>
            <a:r>
              <a:rPr lang="ru-RU" dirty="0"/>
              <a:t> ссылки на курсы по Python и SQL</a:t>
            </a:r>
          </a:p>
          <a:p>
            <a:r>
              <a:rPr lang="ru-RU" b="1" dirty="0"/>
              <a:t>План на 3 месяца:</a:t>
            </a:r>
            <a:r>
              <a:rPr lang="ru-RU" dirty="0"/>
              <a:t> ссылки на курсы по </a:t>
            </a:r>
            <a:r>
              <a:rPr lang="ru-RU" dirty="0" err="1"/>
              <a:t>pandas</a:t>
            </a:r>
            <a:r>
              <a:rPr lang="ru-RU" dirty="0"/>
              <a:t>, </a:t>
            </a:r>
            <a:r>
              <a:rPr lang="ru-RU" dirty="0" err="1"/>
              <a:t>numpy</a:t>
            </a:r>
            <a:r>
              <a:rPr lang="ru-RU" dirty="0"/>
              <a:t>, статистике</a:t>
            </a:r>
          </a:p>
          <a:p>
            <a:r>
              <a:rPr lang="ru-RU" b="1" dirty="0"/>
              <a:t>План на 6 месяцев:</a:t>
            </a:r>
            <a:r>
              <a:rPr lang="ru-RU" dirty="0"/>
              <a:t> ссылки на курсы по ML и </a:t>
            </a:r>
            <a:r>
              <a:rPr lang="ru-RU" dirty="0" err="1"/>
              <a:t>Kaggle</a:t>
            </a:r>
            <a:endParaRPr lang="ru-RU" dirty="0"/>
          </a:p>
          <a:p>
            <a:r>
              <a:rPr lang="ru-RU" b="1" dirty="0"/>
              <a:t>Рекомендуемые сертификаты:</a:t>
            </a:r>
            <a:r>
              <a:rPr lang="ru-RU" dirty="0"/>
              <a:t> Data Science от Yandex, Аналитик данных от </a:t>
            </a:r>
            <a:r>
              <a:rPr lang="ru-RU" dirty="0" err="1"/>
              <a:t>Stepik</a:t>
            </a:r>
            <a:endParaRPr lang="ru-RU" dirty="0"/>
          </a:p>
          <a:p>
            <a:r>
              <a:rPr lang="ru-RU" b="1" dirty="0"/>
              <a:t>Кнопки:</a:t>
            </a:r>
            <a:r>
              <a:rPr lang="ru-RU" dirty="0"/>
              <a:t> "🔙 Назад к трекам", "🏠 Главное меню"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6A07AA-B5C1-63C5-7D47-F375BAD6B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24" y="1930400"/>
            <a:ext cx="3705742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7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EAF4E-75AB-61DE-6064-DC89E1A0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Обучение(меню)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F88CB2-1899-56B3-EDBA-8EF2E47EB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298427" cy="3880773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Шаг 1:</a:t>
            </a:r>
            <a:r>
              <a:rPr lang="ru-RU" dirty="0"/>
              <a:t> Пользователь нажимает "🎓 План обучения"</a:t>
            </a:r>
          </a:p>
          <a:p>
            <a:r>
              <a:rPr lang="ru-RU" b="1" dirty="0"/>
              <a:t>Шаг 2:</a:t>
            </a:r>
            <a:r>
              <a:rPr lang="ru-RU" dirty="0"/>
              <a:t> Бот просит написать, какие навыки хочет развить (пример: "Хочу выучить Python и SQL")</a:t>
            </a:r>
          </a:p>
          <a:p>
            <a:r>
              <a:rPr lang="ru-RU" b="1" dirty="0"/>
              <a:t>Шаг 3:</a:t>
            </a:r>
            <a:r>
              <a:rPr lang="ru-RU" dirty="0"/>
              <a:t> Пользователь пишет текст</a:t>
            </a:r>
          </a:p>
          <a:p>
            <a:r>
              <a:rPr lang="ru-RU" b="1" dirty="0"/>
              <a:t>Шаг 4:</a:t>
            </a:r>
            <a:r>
              <a:rPr lang="ru-RU" dirty="0"/>
              <a:t> AI анализирует ключевые слова и подбирает курсы</a:t>
            </a:r>
          </a:p>
          <a:p>
            <a:r>
              <a:rPr lang="ru-RU" b="1" dirty="0"/>
              <a:t>Пример результата:</a:t>
            </a:r>
            <a:endParaRPr lang="ru-RU" dirty="0"/>
          </a:p>
          <a:p>
            <a:r>
              <a:rPr lang="ru-RU" b="1" dirty="0"/>
              <a:t>Python:</a:t>
            </a:r>
            <a:r>
              <a:rPr lang="ru-RU" dirty="0"/>
              <a:t> </a:t>
            </a:r>
            <a:r>
              <a:rPr lang="ru-RU" dirty="0" err="1"/>
              <a:t>Stepik</a:t>
            </a:r>
            <a:r>
              <a:rPr lang="ru-RU" dirty="0"/>
              <a:t> «Python для начинающих», YouTube: </a:t>
            </a:r>
            <a:r>
              <a:rPr lang="ru-RU" dirty="0" err="1"/>
              <a:t>Хирьянов</a:t>
            </a:r>
            <a:endParaRPr lang="ru-RU" dirty="0"/>
          </a:p>
          <a:p>
            <a:r>
              <a:rPr lang="ru-RU" b="1" dirty="0"/>
              <a:t>SQL:</a:t>
            </a:r>
            <a:r>
              <a:rPr lang="ru-RU" dirty="0"/>
              <a:t> </a:t>
            </a:r>
            <a:r>
              <a:rPr lang="ru-RU" dirty="0" err="1"/>
              <a:t>Stepik</a:t>
            </a:r>
            <a:r>
              <a:rPr lang="ru-RU" dirty="0"/>
              <a:t> «SQL для начинающих», SQL Academy</a:t>
            </a:r>
          </a:p>
          <a:p>
            <a:r>
              <a:rPr lang="ru-RU" b="1" dirty="0"/>
              <a:t>Английский:</a:t>
            </a:r>
            <a:r>
              <a:rPr lang="ru-RU" dirty="0"/>
              <a:t> </a:t>
            </a:r>
            <a:r>
              <a:rPr lang="ru-RU" dirty="0" err="1"/>
              <a:t>Duolingo</a:t>
            </a:r>
            <a:r>
              <a:rPr lang="ru-RU" dirty="0"/>
              <a:t>, English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Lucy</a:t>
            </a:r>
            <a:r>
              <a:rPr lang="ru-RU" dirty="0"/>
              <a:t> (добавляется автоматически)</a:t>
            </a:r>
          </a:p>
          <a:p>
            <a:r>
              <a:rPr lang="ru-RU" b="1" dirty="0"/>
              <a:t>Совет:</a:t>
            </a:r>
            <a:r>
              <a:rPr lang="ru-RU" dirty="0"/>
              <a:t> "Начни с одного курса и уделяй 30 минут в день"</a:t>
            </a:r>
          </a:p>
          <a:p>
            <a:r>
              <a:rPr lang="ru-RU" b="1" dirty="0"/>
              <a:t>Кнопки:</a:t>
            </a:r>
            <a:r>
              <a:rPr lang="ru-RU" dirty="0"/>
              <a:t> "🔍 Посмотреть вакансии", "🏠 Главное меню"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89DCB1-9C98-68B5-69FA-B940D9E65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890" y="1969390"/>
            <a:ext cx="2754610" cy="295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30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0466A-7167-DA94-3862-7FB001DC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Чек-лист собеседования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BFDB76-0364-7794-95F5-3DD2A5A6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707466" cy="38807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После нажатия "📝 Шаблоны резюме":</a:t>
            </a:r>
            <a:endParaRPr lang="ru-RU" dirty="0"/>
          </a:p>
          <a:p>
            <a:r>
              <a:rPr lang="ru-RU" dirty="0"/>
              <a:t>Бот предлагает выбрать профессию: "📊 Аналитик", "💻 Программист", "🤝 Продажи"</a:t>
            </a:r>
          </a:p>
          <a:p>
            <a:r>
              <a:rPr lang="ru-RU" b="1" dirty="0"/>
              <a:t>Пример шаблона для Аналитика:</a:t>
            </a:r>
            <a:endParaRPr lang="ru-RU" dirty="0"/>
          </a:p>
          <a:p>
            <a:r>
              <a:rPr lang="ru-RU" b="1" dirty="0"/>
              <a:t>О себе:</a:t>
            </a:r>
            <a:r>
              <a:rPr lang="ru-RU" dirty="0"/>
              <a:t> "Люблю работать с данными, искать закономерности, делать выводы"</a:t>
            </a:r>
          </a:p>
          <a:p>
            <a:r>
              <a:rPr lang="ru-RU" b="1" dirty="0"/>
              <a:t>Опыт работы (пример):</a:t>
            </a:r>
            <a:r>
              <a:rPr lang="ru-RU" dirty="0"/>
              <a:t> "Стажёр-аналитик — сбор и обработка данных, построение отчётов"</a:t>
            </a:r>
          </a:p>
          <a:p>
            <a:r>
              <a:rPr lang="ru-RU" b="1" dirty="0"/>
              <a:t>Навыки:</a:t>
            </a:r>
            <a:r>
              <a:rPr lang="ru-RU" dirty="0"/>
              <a:t> Excel (сводные таблицы), SQL (SELECT, JOIN, GROUP BY), Python (</a:t>
            </a:r>
            <a:r>
              <a:rPr lang="ru-RU" dirty="0" err="1"/>
              <a:t>pandas</a:t>
            </a:r>
            <a:r>
              <a:rPr lang="ru-RU" dirty="0"/>
              <a:t>, </a:t>
            </a:r>
            <a:r>
              <a:rPr lang="ru-RU" dirty="0" err="1"/>
              <a:t>numpy</a:t>
            </a:r>
            <a:r>
              <a:rPr lang="ru-RU" dirty="0"/>
              <a:t>), английский B1</a:t>
            </a:r>
          </a:p>
          <a:p>
            <a:r>
              <a:rPr lang="ru-RU" b="1" dirty="0"/>
              <a:t>Достижения:</a:t>
            </a:r>
            <a:r>
              <a:rPr lang="ru-RU" dirty="0"/>
              <a:t> "Победитель олимпиады по математике"</a:t>
            </a:r>
          </a:p>
          <a:p>
            <a:r>
              <a:rPr lang="ru-RU" b="1" dirty="0"/>
              <a:t>Кнопки:</a:t>
            </a:r>
            <a:r>
              <a:rPr lang="ru-RU" dirty="0"/>
              <a:t> "📋 Другой шаблон", "📝 Откликнуться", "🏠 Главное меню"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2170AD-7371-E5F0-17D9-13C0EF4A8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0" y="1270000"/>
            <a:ext cx="3382367" cy="53933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C1593F-3D8B-A077-3181-BA669B756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730" y="1270000"/>
            <a:ext cx="3866270" cy="50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67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C9C37-5A2A-6905-0979-28F758574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резюме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99FB36-B923-B54C-0289-2E772809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75866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После нажатия "📝 Шаблоны резюме":</a:t>
            </a:r>
            <a:endParaRPr lang="ru-RU" dirty="0"/>
          </a:p>
          <a:p>
            <a:r>
              <a:rPr lang="ru-RU" dirty="0"/>
              <a:t>Бот предлагает выбрать профессию: "📊 Аналитик", "💻 Программист", "🤝 Продажи"</a:t>
            </a:r>
          </a:p>
          <a:p>
            <a:r>
              <a:rPr lang="ru-RU" b="1" dirty="0"/>
              <a:t>Пример шаблона для Аналитика:</a:t>
            </a:r>
            <a:endParaRPr lang="ru-RU" dirty="0"/>
          </a:p>
          <a:p>
            <a:r>
              <a:rPr lang="ru-RU" b="1" dirty="0"/>
              <a:t>О себе:</a:t>
            </a:r>
            <a:r>
              <a:rPr lang="ru-RU" dirty="0"/>
              <a:t> "Люблю работать с данными, искать закономерности, делать выводы"</a:t>
            </a:r>
          </a:p>
          <a:p>
            <a:r>
              <a:rPr lang="ru-RU" b="1" dirty="0"/>
              <a:t>Опыт работы (пример):</a:t>
            </a:r>
            <a:r>
              <a:rPr lang="ru-RU" dirty="0"/>
              <a:t> "Стажёр-аналитик — сбор и обработка данных, построение отчётов"</a:t>
            </a:r>
          </a:p>
          <a:p>
            <a:r>
              <a:rPr lang="ru-RU" b="1" dirty="0"/>
              <a:t>Навыки:</a:t>
            </a:r>
            <a:r>
              <a:rPr lang="ru-RU" dirty="0"/>
              <a:t> Excel (сводные таблицы), SQL (SELECT, JOIN, GROUP BY), Python (</a:t>
            </a:r>
            <a:r>
              <a:rPr lang="ru-RU" dirty="0" err="1"/>
              <a:t>pandas</a:t>
            </a:r>
            <a:r>
              <a:rPr lang="ru-RU" dirty="0"/>
              <a:t>, </a:t>
            </a:r>
            <a:r>
              <a:rPr lang="ru-RU" dirty="0" err="1"/>
              <a:t>numpy</a:t>
            </a:r>
            <a:r>
              <a:rPr lang="ru-RU" dirty="0"/>
              <a:t>), английский B1</a:t>
            </a:r>
          </a:p>
          <a:p>
            <a:r>
              <a:rPr lang="ru-RU" b="1" dirty="0"/>
              <a:t>Достижения:</a:t>
            </a:r>
            <a:r>
              <a:rPr lang="ru-RU" dirty="0"/>
              <a:t> "Победитель олимпиады по математике"</a:t>
            </a:r>
          </a:p>
          <a:p>
            <a:r>
              <a:rPr lang="ru-RU" b="1" dirty="0"/>
              <a:t>Кнопки:</a:t>
            </a:r>
            <a:r>
              <a:rPr lang="ru-RU" dirty="0"/>
              <a:t> "📋 Другой шаблон", "📝 Откликнуться", "🏠 Главное меню"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2268A7-AAB7-D0FD-AC0B-6CB10193C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660" y="2471604"/>
            <a:ext cx="397247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62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19E3D-FC1B-41F0-AF43-529B7B2F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ru-RU" dirty="0"/>
              <a:t>-помощник(меню)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2A104F-C85C-7900-CF91-232464157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203424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После нажатия 🧠 AI-помощник появляются 4 кнопки:</a:t>
            </a:r>
            <a:endParaRPr lang="ru-RU" dirty="0"/>
          </a:p>
          <a:p>
            <a:r>
              <a:rPr lang="ru-RU" b="1" dirty="0"/>
              <a:t>🤖 Анализ резюме</a:t>
            </a:r>
            <a:r>
              <a:rPr lang="ru-RU" dirty="0"/>
              <a:t> — пользователь отправляет текст резюме → AI даёт оценку, определяет направление, даёт рекомендации</a:t>
            </a:r>
          </a:p>
          <a:p>
            <a:r>
              <a:rPr lang="ru-RU" b="1" dirty="0"/>
              <a:t>🎯 Рекомендации вакансий</a:t>
            </a:r>
            <a:r>
              <a:rPr lang="ru-RU" dirty="0"/>
              <a:t> — пользователь пишет интересы → AI подбирает подходящие вакансии</a:t>
            </a:r>
          </a:p>
          <a:p>
            <a:r>
              <a:rPr lang="ru-RU" b="1" dirty="0"/>
              <a:t>💬 AI-помощник</a:t>
            </a:r>
            <a:r>
              <a:rPr lang="ru-RU" dirty="0"/>
              <a:t> — пользователь задаёт любой вопрос о карьере → AI отвечает с учётом контекста диалога</a:t>
            </a:r>
          </a:p>
          <a:p>
            <a:r>
              <a:rPr lang="ru-RU" b="1" dirty="0"/>
              <a:t>🏠 Главное меню</a:t>
            </a:r>
            <a:r>
              <a:rPr lang="ru-RU" dirty="0"/>
              <a:t> — возврат в стартовое меню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5C8979-DAF3-8E6F-53EB-4253836B3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80945"/>
            <a:ext cx="3724795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23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977DD-D133-1C05-77FD-F147F24A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резюме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7B75A-D5BF-0D14-175A-356BEEA39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99466" cy="38807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Как работает:</a:t>
            </a:r>
            <a:endParaRPr lang="ru-RU" dirty="0"/>
          </a:p>
          <a:p>
            <a:r>
              <a:rPr lang="ru-RU" b="1" dirty="0"/>
              <a:t>Шаг 1:</a:t>
            </a:r>
            <a:r>
              <a:rPr lang="ru-RU" dirty="0"/>
              <a:t> Пользователь нажимает "🤖 Анализ резюме"</a:t>
            </a:r>
          </a:p>
          <a:p>
            <a:r>
              <a:rPr lang="ru-RU" b="1" dirty="0"/>
              <a:t>Шаг 2:</a:t>
            </a:r>
            <a:r>
              <a:rPr lang="ru-RU" dirty="0"/>
              <a:t> Бот просит отправить текст резюме</a:t>
            </a:r>
          </a:p>
          <a:p>
            <a:r>
              <a:rPr lang="ru-RU" b="1" dirty="0"/>
              <a:t>Шаг 3:</a:t>
            </a:r>
            <a:r>
              <a:rPr lang="ru-RU" dirty="0"/>
              <a:t> Пользователь пишет (например: "Студент 3 курса, знаю Python, Excel, английский B1")</a:t>
            </a:r>
          </a:p>
          <a:p>
            <a:r>
              <a:rPr lang="ru-RU" b="1" dirty="0"/>
              <a:t>Шаг 4:</a:t>
            </a:r>
            <a:r>
              <a:rPr lang="ru-RU" dirty="0"/>
              <a:t> AI анализирует и выдаёт результат:</a:t>
            </a:r>
          </a:p>
          <a:p>
            <a:r>
              <a:rPr lang="ru-RU" b="1" dirty="0"/>
              <a:t>Оценка (0-100):</a:t>
            </a:r>
            <a:r>
              <a:rPr lang="ru-RU" dirty="0"/>
              <a:t> 70/100 — "Хорошо!"</a:t>
            </a:r>
          </a:p>
          <a:p>
            <a:r>
              <a:rPr lang="ru-RU" b="1" dirty="0"/>
              <a:t>Рекомендуемое направление:</a:t>
            </a:r>
            <a:r>
              <a:rPr lang="ru-RU" dirty="0"/>
              <a:t> IT/Аналитика</a:t>
            </a:r>
          </a:p>
          <a:p>
            <a:r>
              <a:rPr lang="ru-RU" b="1" dirty="0"/>
              <a:t>Рекомендации:</a:t>
            </a:r>
            <a:r>
              <a:rPr lang="ru-RU" dirty="0"/>
              <a:t> "Изучите Python — это основа для аналитики", "Освойте SQL для работы с базами данных", "Пройдите курс по аналитике данных"</a:t>
            </a:r>
          </a:p>
          <a:p>
            <a:r>
              <a:rPr lang="ru-RU" b="1" dirty="0"/>
              <a:t>Кнопки:</a:t>
            </a:r>
            <a:r>
              <a:rPr lang="ru-RU" dirty="0"/>
              <a:t> "🔍 Посмотреть вакансии", "🎓 План обучения", "🏠 Главное меню"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6457BF-3EDE-6795-84E6-A98DEB8F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81" y="609600"/>
            <a:ext cx="4753638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76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CCF53-BCA2-FC3E-6FBD-3C5D0C6D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Рекомендация вакансий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D156FB-D74F-1E7A-D362-FFE7CA95E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910666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Как работает:</a:t>
            </a:r>
            <a:endParaRPr lang="ru-RU" dirty="0"/>
          </a:p>
          <a:p>
            <a:r>
              <a:rPr lang="ru-RU" b="1" dirty="0"/>
              <a:t>Шаг 1:</a:t>
            </a:r>
            <a:r>
              <a:rPr lang="ru-RU" dirty="0"/>
              <a:t> Пользователь нажимает "🎯 Рекомендации вакансий"</a:t>
            </a:r>
          </a:p>
          <a:p>
            <a:r>
              <a:rPr lang="ru-RU" b="1" dirty="0"/>
              <a:t>Шаг 2:</a:t>
            </a:r>
            <a:r>
              <a:rPr lang="ru-RU" dirty="0"/>
              <a:t> Бот просит написать интересы и навыки (пример: "Люблю Python, хочу в IT")</a:t>
            </a:r>
          </a:p>
          <a:p>
            <a:r>
              <a:rPr lang="ru-RU" b="1" dirty="0"/>
              <a:t>Шаг 3:</a:t>
            </a:r>
            <a:r>
              <a:rPr lang="ru-RU" dirty="0"/>
              <a:t> Пользователь пишет текст</a:t>
            </a:r>
          </a:p>
          <a:p>
            <a:r>
              <a:rPr lang="ru-RU" b="1" dirty="0"/>
              <a:t>Шаг 4:</a:t>
            </a:r>
            <a:r>
              <a:rPr lang="ru-RU" dirty="0"/>
              <a:t> AI ищет совпадения в вакансиях и выдаёт результат:</a:t>
            </a:r>
          </a:p>
          <a:p>
            <a:r>
              <a:rPr lang="ru-RU" dirty="0"/>
              <a:t>"💼 Вам могут подойти: Аналитик по внедрению AI, Направление сопровождения рабочих мест"</a:t>
            </a:r>
          </a:p>
          <a:p>
            <a:r>
              <a:rPr lang="ru-RU" b="1" dirty="0"/>
              <a:t>Кнопки:</a:t>
            </a:r>
            <a:r>
              <a:rPr lang="ru-RU" dirty="0"/>
              <a:t> на каждую рекомендованную вакансию — "📌 Название" для просмотра деталей, "🏠 Главное меню"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DD514E-99E1-16F2-1237-4628C8171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28" y="816638"/>
            <a:ext cx="4274075" cy="582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52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EFDA1-85D3-33E9-6028-42CA290C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Контекстный диалог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8CB8C8-2EE2-AD1B-465C-B1D06704D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926666" cy="3770311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Особенность:</a:t>
            </a:r>
            <a:r>
              <a:rPr lang="ru-RU" dirty="0"/>
              <a:t> AI запоминает тему разговора и понимает уточнения</a:t>
            </a:r>
          </a:p>
          <a:p>
            <a:pPr marL="0" indent="0">
              <a:buNone/>
            </a:pPr>
            <a:r>
              <a:rPr lang="ru-RU" b="1" dirty="0"/>
              <a:t>Пример диалога:</a:t>
            </a:r>
            <a:endParaRPr lang="ru-RU" dirty="0"/>
          </a:p>
          <a:p>
            <a:r>
              <a:rPr lang="ru-RU" dirty="0"/>
              <a:t>Пользователь: "Расскажи про стажировки"</a:t>
            </a:r>
          </a:p>
          <a:p>
            <a:r>
              <a:rPr lang="ru-RU" dirty="0"/>
              <a:t>Бот: [рассказывает про длительность, оплату, требования, преимущества]</a:t>
            </a:r>
          </a:p>
          <a:p>
            <a:r>
              <a:rPr lang="ru-RU" dirty="0"/>
              <a:t>Пользователь: "А сколько платят?"</a:t>
            </a:r>
          </a:p>
          <a:p>
            <a:r>
              <a:rPr lang="ru-RU" dirty="0"/>
              <a:t>Бот: (понимает, что речь о стажировках) "Зарплата стажёров: 50 000 - 70 000 ₽"</a:t>
            </a:r>
          </a:p>
          <a:p>
            <a:r>
              <a:rPr lang="ru-RU" dirty="0"/>
              <a:t>Пользователь: "А удалёнка есть?"</a:t>
            </a:r>
          </a:p>
          <a:p>
            <a:r>
              <a:rPr lang="ru-RU" dirty="0"/>
              <a:t>Бот: (понимает, что речь о стажировках) "Для стажировок возможен гибкий график, но в основном офис"</a:t>
            </a:r>
          </a:p>
          <a:p>
            <a:r>
              <a:rPr lang="ru-RU" b="1" dirty="0"/>
              <a:t>Какие вопросы понимает AI:</a:t>
            </a:r>
            <a:endParaRPr lang="ru-RU" dirty="0"/>
          </a:p>
          <a:p>
            <a:r>
              <a:rPr lang="ru-RU" dirty="0"/>
              <a:t>Зарплата, стажировка, удалённая работа, собеседование, вакансии, навыки, Python, английский, как откликнуться, карьерный рост, возраст, образование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06AEEC-0D3A-8D1E-F734-4B491C8C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73" y="609600"/>
            <a:ext cx="4054151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39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7AAA0-F332-CEA2-4A4A-E37F91D4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Моя статистика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D67BEE-1792-A6E7-342F-7AE40EF9E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868443" cy="3880773"/>
          </a:xfrm>
        </p:spPr>
        <p:txBody>
          <a:bodyPr/>
          <a:lstStyle/>
          <a:p>
            <a:r>
              <a:rPr lang="ru-RU" b="1" dirty="0"/>
              <a:t>После нажатия 📊 Моя статистика бот показывает:</a:t>
            </a:r>
            <a:endParaRPr lang="ru-RU" dirty="0"/>
          </a:p>
          <a:p>
            <a:r>
              <a:rPr lang="ru-RU" b="1" dirty="0"/>
              <a:t>Имя пользователя</a:t>
            </a:r>
            <a:r>
              <a:rPr lang="ru-RU" dirty="0"/>
              <a:t> — из </a:t>
            </a:r>
            <a:r>
              <a:rPr lang="ru-RU" dirty="0" err="1"/>
              <a:t>Telegram</a:t>
            </a:r>
            <a:endParaRPr lang="ru-RU" dirty="0"/>
          </a:p>
          <a:p>
            <a:r>
              <a:rPr lang="ru-RU" b="1" dirty="0"/>
              <a:t>Пройдено диагностик</a:t>
            </a:r>
            <a:r>
              <a:rPr lang="ru-RU" dirty="0"/>
              <a:t> — количество записей в </a:t>
            </a:r>
            <a:r>
              <a:rPr lang="ru-RU" dirty="0" err="1"/>
              <a:t>stats.json</a:t>
            </a:r>
            <a:r>
              <a:rPr lang="ru-RU" dirty="0"/>
              <a:t> для этого </a:t>
            </a:r>
            <a:r>
              <a:rPr lang="ru-RU" dirty="0" err="1"/>
              <a:t>user_id</a:t>
            </a:r>
            <a:endParaRPr lang="ru-RU" dirty="0"/>
          </a:p>
          <a:p>
            <a:r>
              <a:rPr lang="ru-RU" b="1" dirty="0"/>
              <a:t>Вакансий в избранном</a:t>
            </a:r>
            <a:r>
              <a:rPr lang="ru-RU" dirty="0"/>
              <a:t> — количество сохранённых вакансий в </a:t>
            </a:r>
            <a:r>
              <a:rPr lang="ru-RU" dirty="0" err="1"/>
              <a:t>favorites.json</a:t>
            </a:r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6642E8-C719-5BFB-3AA5-049A1E3C0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70" y="2160589"/>
            <a:ext cx="462979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48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0BEE5-C6E6-AEC2-B7A0-A9F7D569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Помощь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FDE024-829A-184E-024A-4DE35F3C3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550282" cy="3880773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После нажатия ❓ Помощь появляются 3 кнопки:</a:t>
            </a:r>
            <a:endParaRPr lang="ru-RU" dirty="0"/>
          </a:p>
          <a:p>
            <a:r>
              <a:rPr lang="ru-RU" b="1" dirty="0"/>
              <a:t>❓ FAQ</a:t>
            </a:r>
            <a:r>
              <a:rPr lang="ru-RU" dirty="0"/>
              <a:t> — показывает 7 частых вопросов и ответы на них</a:t>
            </a:r>
          </a:p>
          <a:p>
            <a:r>
              <a:rPr lang="ru-RU" b="1" dirty="0"/>
              <a:t>ℹ️ О программе</a:t>
            </a:r>
            <a:r>
              <a:rPr lang="ru-RU" dirty="0"/>
              <a:t> — показывает версию бота (3.0), контакты (career@mts.ru), список всех возможностей</a:t>
            </a:r>
          </a:p>
          <a:p>
            <a:r>
              <a:rPr lang="ru-RU" b="1" dirty="0"/>
              <a:t>🏠 Главное меню</a:t>
            </a:r>
            <a:r>
              <a:rPr lang="ru-RU" dirty="0"/>
              <a:t> — возврат в стартовое меню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EBBFCB-D6D0-41FD-6D8D-FE10E990F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6262"/>
            <a:ext cx="2837452" cy="22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42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FF569-8492-F423-D51F-A1A2A1E9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Часто задаваемые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FA1E4-9177-9CE4-4E29-D31D4F1C2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2901"/>
            <a:ext cx="5126566" cy="44284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Бот показывает 7 вопросов и ответов:</a:t>
            </a:r>
            <a:endParaRPr lang="ru-RU" dirty="0"/>
          </a:p>
          <a:p>
            <a:r>
              <a:rPr lang="ru-RU" b="1" dirty="0"/>
              <a:t>Как откликнуться на вакансию?</a:t>
            </a:r>
            <a:r>
              <a:rPr lang="ru-RU" dirty="0"/>
              <a:t> — через бота (кнопка "Откликнуться") или по почте career@mts.ru</a:t>
            </a:r>
          </a:p>
          <a:p>
            <a:r>
              <a:rPr lang="ru-RU" b="1" dirty="0"/>
              <a:t>Есть ли стажировки для студентов?</a:t>
            </a:r>
            <a:r>
              <a:rPr lang="ru-RU" dirty="0"/>
              <a:t> — да, в разделе "Все вакансии" есть позиции "Стажер"</a:t>
            </a:r>
          </a:p>
          <a:p>
            <a:r>
              <a:rPr lang="ru-RU" b="1" dirty="0"/>
              <a:t>Можно ли работать удалённо?</a:t>
            </a:r>
            <a:r>
              <a:rPr lang="ru-RU" dirty="0"/>
              <a:t> — некоторые позиции предполагают удалёнку, уточняйте в вакансии</a:t>
            </a:r>
          </a:p>
          <a:p>
            <a:r>
              <a:rPr lang="ru-RU" b="1" dirty="0"/>
              <a:t>Какая зарплата у стажёров?</a:t>
            </a:r>
            <a:r>
              <a:rPr lang="ru-RU" dirty="0"/>
              <a:t> — от 50 000 ₽ (зависит от направления)</a:t>
            </a:r>
          </a:p>
          <a:p>
            <a:r>
              <a:rPr lang="ru-RU" b="1" dirty="0"/>
              <a:t>Нужно ли знать английский?</a:t>
            </a:r>
            <a:r>
              <a:rPr lang="ru-RU" dirty="0"/>
              <a:t> — для IT-направлений желательно, для остальных — плюс</a:t>
            </a:r>
          </a:p>
          <a:p>
            <a:r>
              <a:rPr lang="ru-RU" b="1" dirty="0"/>
              <a:t>Как подготовиться к собеседованию?</a:t>
            </a:r>
            <a:r>
              <a:rPr lang="ru-RU" dirty="0"/>
              <a:t> — используйте раздел "Чек-лист собеседования"</a:t>
            </a:r>
          </a:p>
          <a:p>
            <a:r>
              <a:rPr lang="ru-RU" b="1" dirty="0"/>
              <a:t>Есть ли обучение за счёт компании?</a:t>
            </a:r>
            <a:r>
              <a:rPr lang="ru-RU" dirty="0"/>
              <a:t> — да, МТС оплачивает курсы для сотрудников</a:t>
            </a:r>
          </a:p>
          <a:p>
            <a:r>
              <a:rPr lang="ru-RU" b="1" dirty="0"/>
              <a:t>Кнопки:</a:t>
            </a:r>
            <a:r>
              <a:rPr lang="ru-RU" dirty="0"/>
              <a:t> "📋 Чек-лист", "🏠 Главное меню"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BB54AF-8BB6-87CC-DE21-C212F44E2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796" y="361522"/>
            <a:ext cx="4706007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61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DF700-DA04-4D00-85E7-C379AF93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программе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E8660-3CEA-A15F-32BA-2605E7960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440766" cy="38807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Бот показывает:</a:t>
            </a:r>
            <a:endParaRPr lang="ru-RU" dirty="0"/>
          </a:p>
          <a:p>
            <a:r>
              <a:rPr lang="ru-RU" b="1" dirty="0"/>
              <a:t>Название:</a:t>
            </a:r>
            <a:r>
              <a:rPr lang="ru-RU" dirty="0"/>
              <a:t> AI-карьерный помощник МТС</a:t>
            </a:r>
          </a:p>
          <a:p>
            <a:r>
              <a:rPr lang="ru-RU" b="1" dirty="0"/>
              <a:t>Версия:</a:t>
            </a:r>
            <a:r>
              <a:rPr lang="ru-RU" dirty="0"/>
              <a:t> 3.0</a:t>
            </a:r>
          </a:p>
          <a:p>
            <a:r>
              <a:rPr lang="ru-RU" b="1" dirty="0"/>
              <a:t>Контакты:</a:t>
            </a:r>
            <a:r>
              <a:rPr lang="ru-RU" dirty="0"/>
              <a:t> career@mts.ru</a:t>
            </a:r>
          </a:p>
          <a:p>
            <a:r>
              <a:rPr lang="ru-RU" b="1" dirty="0"/>
              <a:t>Список возможностей:</a:t>
            </a:r>
            <a:endParaRPr lang="ru-RU" dirty="0"/>
          </a:p>
          <a:p>
            <a:pPr lvl="1"/>
            <a:r>
              <a:rPr lang="ru-RU" dirty="0"/>
              <a:t>🔍 Просмотр всех вакансий</a:t>
            </a:r>
          </a:p>
          <a:p>
            <a:pPr lvl="1"/>
            <a:r>
              <a:rPr lang="ru-RU" dirty="0"/>
              <a:t>🎯 Диагностика с фильтрацией</a:t>
            </a:r>
          </a:p>
          <a:p>
            <a:pPr lvl="1"/>
            <a:r>
              <a:rPr lang="ru-RU" dirty="0"/>
              <a:t>🔎 Умный поиск</a:t>
            </a:r>
          </a:p>
          <a:p>
            <a:pPr lvl="1"/>
            <a:r>
              <a:rPr lang="ru-RU" dirty="0"/>
              <a:t>⭐ Избранное</a:t>
            </a:r>
          </a:p>
          <a:p>
            <a:pPr lvl="1"/>
            <a:r>
              <a:rPr lang="ru-RU" dirty="0"/>
              <a:t>🎓 План обучения с курсами</a:t>
            </a:r>
          </a:p>
          <a:p>
            <a:pPr lvl="1"/>
            <a:r>
              <a:rPr lang="ru-RU" dirty="0"/>
              <a:t>📈 Карьерный трек с планом</a:t>
            </a:r>
          </a:p>
          <a:p>
            <a:pPr lvl="1"/>
            <a:r>
              <a:rPr lang="ru-RU" dirty="0"/>
              <a:t>📊 Карьерный навигатор</a:t>
            </a:r>
          </a:p>
          <a:p>
            <a:r>
              <a:rPr lang="ru-RU" b="1" dirty="0"/>
              <a:t>Кнопка:</a:t>
            </a:r>
            <a:r>
              <a:rPr lang="ru-RU" dirty="0"/>
              <a:t> "🏠 Главное меню"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E10B6F-E056-F3ED-1F8C-86F23A25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245" y="1676155"/>
            <a:ext cx="2572109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41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65701-799B-9998-C92E-8884C217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AF6CA2-7AE2-C4D7-3DEA-AF43AA8E6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6" y="4089400"/>
            <a:ext cx="8596668" cy="111376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u="sng" dirty="0">
                <a:solidFill>
                  <a:srgbClr val="00B0F0"/>
                </a:solidFill>
              </a:rPr>
              <a:t>@mts_career_assistant_2025_bot</a:t>
            </a:r>
            <a:endParaRPr lang="ru-RU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ru-RU" dirty="0"/>
              <a:t>Ссылка на репозиторий:</a:t>
            </a:r>
          </a:p>
          <a:p>
            <a:pPr marL="0" indent="0" algn="ctr">
              <a:buNone/>
            </a:pPr>
            <a:r>
              <a:rPr lang="en-US" u="sng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https://github.com/Alina2746/mts-career-bot</a:t>
            </a:r>
            <a:endParaRPr lang="ru-RU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29015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</TotalTime>
  <Words>2176</Words>
  <Application>Microsoft Office PowerPoint</Application>
  <PresentationFormat>Широкоэкранный</PresentationFormat>
  <Paragraphs>229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Trebuchet MS</vt:lpstr>
      <vt:lpstr>Wingdings 3</vt:lpstr>
      <vt:lpstr>Аспект</vt:lpstr>
      <vt:lpstr>Карьерный трек AI</vt:lpstr>
      <vt:lpstr>Основные библиотеки</vt:lpstr>
      <vt:lpstr>Окно при старте </vt:lpstr>
      <vt:lpstr>Вакансии(меню)</vt:lpstr>
      <vt:lpstr>Все вакансии</vt:lpstr>
      <vt:lpstr>Отклик на вакансию(1 способ:чат)</vt:lpstr>
      <vt:lpstr>Отклик на вакансию(2 способ:почта)</vt:lpstr>
      <vt:lpstr>Избранное (сохранение вакансий)</vt:lpstr>
      <vt:lpstr>Профориентация(меню)</vt:lpstr>
      <vt:lpstr>Диагностика</vt:lpstr>
      <vt:lpstr>Тест профориентации</vt:lpstr>
      <vt:lpstr>Презентация PowerPoint</vt:lpstr>
      <vt:lpstr>Карьерный навигатор</vt:lpstr>
      <vt:lpstr>Карьерный трек(меню)</vt:lpstr>
      <vt:lpstr>Обучение(меню)</vt:lpstr>
      <vt:lpstr>Чек-лист собеседования</vt:lpstr>
      <vt:lpstr>Шаблоны резюме </vt:lpstr>
      <vt:lpstr>AI-помощник(меню)</vt:lpstr>
      <vt:lpstr>Анализ резюме</vt:lpstr>
      <vt:lpstr>Рекомендация вакансий</vt:lpstr>
      <vt:lpstr>Контекстный диалог</vt:lpstr>
      <vt:lpstr>Моя статистика</vt:lpstr>
      <vt:lpstr>Помощь</vt:lpstr>
      <vt:lpstr>Часто задаваемые вопросы</vt:lpstr>
      <vt:lpstr>О программе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BiM</dc:creator>
  <cp:lastModifiedBy>BiM</cp:lastModifiedBy>
  <cp:revision>8</cp:revision>
  <dcterms:created xsi:type="dcterms:W3CDTF">2026-04-04T06:11:06Z</dcterms:created>
  <dcterms:modified xsi:type="dcterms:W3CDTF">2026-04-04T15:24:22Z</dcterms:modified>
</cp:coreProperties>
</file>